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WHERE THIS SITS IN THE FIELD</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975</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on 29 Aug, up from 546 four days earlier.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9</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in this track on 29 Aug. The closest, SPY Sentinel AI, validates out-of-sample but locks execution. This agent re-checks its parameter selection before every live decision and trades what passes.</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and no LLM in the loop, by design</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The guard's own false-alarm rate, measured: 23%.</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