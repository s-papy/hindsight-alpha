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0.1071</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10-day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WHY THIS ANGLE IS RARE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442</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for this hackathon at time of check — but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found (across this event and its predecessor) that falsify their own parameter selection before trading — confidence usually comes from an LLM explaining its own decision, not a statistical test.</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weekly drawdown</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 on all three symbols tested (SPY, QQQ, IWM).</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53–83%</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symbol's total gain comes from its 5 best days out of ~110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43–54%</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one window that is positive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0 leaks</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the winning window agrees in-sample on all 3 symbols.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Strike-selection pagination</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options-contracts endpoint paged at 100 results by strike ascending. Unbounded, the page for SPY never reached spot — the agent would have refused every trade forever while looking like it was working.</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State-file corruption</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A crash mid-write could corrupt state.json. The original recovery silently cleared an active weekly loss lock along with it — the one failure mode that fails on the dangerous side, not the cautious one.</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Exit-loop isolation</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Closing one position's failure could block every other position in the same run from being checked — a real losing position could sit open because of an unrelated error.</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