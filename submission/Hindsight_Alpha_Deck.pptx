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43815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838200"/>
            <a:ext cx="1110996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no LLM</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lIns="0" rIns="0" tIns="0" bIns="0"/>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tIns="0" bIns="0"/>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The guard's own false-alarm rate, measured: 23%.</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838200"/>
            <a:ext cx="10515600" cy="66675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